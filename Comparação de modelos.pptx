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C8913-5259-48CC-A386-05B97600055C}" v="317" dt="2025-11-18T19:14:47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929"/>
            <a:ext cx="9144000" cy="1093638"/>
          </a:xfrm>
        </p:spPr>
        <p:txBody>
          <a:bodyPr/>
          <a:lstStyle/>
          <a:p>
            <a:r>
              <a:rPr lang="de-DE" dirty="0" err="1">
                <a:ea typeface="+mj-lt"/>
                <a:cs typeface="+mj-lt"/>
              </a:rPr>
              <a:t>Comparação</a:t>
            </a:r>
            <a:r>
              <a:rPr lang="de-DE" dirty="0">
                <a:ea typeface="+mj-lt"/>
                <a:cs typeface="+mj-lt"/>
              </a:rPr>
              <a:t> de </a:t>
            </a:r>
            <a:r>
              <a:rPr lang="de-DE" dirty="0" err="1">
                <a:ea typeface="+mj-lt"/>
                <a:cs typeface="+mj-lt"/>
              </a:rPr>
              <a:t>Modelos</a:t>
            </a:r>
            <a:endParaRPr lang="pt-BR" dirty="0" err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110037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800" dirty="0"/>
              <a:t>GPT-4 e DeepSeek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ED2B26-933A-B09F-DCDC-3EEF91B9FD4F}"/>
              </a:ext>
            </a:extLst>
          </p:cNvPr>
          <p:cNvSpPr txBox="1"/>
          <p:nvPr/>
        </p:nvSpPr>
        <p:spPr>
          <a:xfrm>
            <a:off x="3740086" y="2617243"/>
            <a:ext cx="469852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/>
              <a:t>O que as </a:t>
            </a:r>
            <a:r>
              <a:rPr lang="pt-BR" sz="3200" err="1"/>
              <a:t>IAs</a:t>
            </a:r>
            <a:r>
              <a:rPr lang="pt-BR" sz="3200" dirty="0"/>
              <a:t> têm a dizer?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B553B-837E-FA62-BB9E-1C411327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Como foi feito: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81916E-66FB-CF2F-C3E8-7F29774D6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Usando os critérios de avaliação descritos no </a:t>
            </a:r>
            <a:r>
              <a:rPr lang="pt-BR" dirty="0" err="1"/>
              <a:t>HuggingFace</a:t>
            </a:r>
            <a:r>
              <a:rPr lang="pt-BR" dirty="0"/>
              <a:t>, escrevemos um prompt para gerar uma tabela comparando o GPT-4 ao </a:t>
            </a:r>
            <a:r>
              <a:rPr lang="pt-BR" dirty="0" err="1"/>
              <a:t>DeepSeek</a:t>
            </a:r>
            <a:r>
              <a:rPr lang="pt-BR" dirty="0"/>
              <a:t> V3.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prompt foi aplicado ao </a:t>
            </a:r>
            <a:r>
              <a:rPr lang="pt-BR" err="1"/>
              <a:t>DeepSeek</a:t>
            </a:r>
            <a:r>
              <a:rPr lang="pt-BR"/>
              <a:t>, ChatGPT e Gemini e cada um apresentou respostas diferentes.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 partir disso, pedimos às </a:t>
            </a:r>
            <a:r>
              <a:rPr lang="pt-BR" err="1"/>
              <a:t>IAs</a:t>
            </a:r>
            <a:r>
              <a:rPr lang="pt-BR" dirty="0"/>
              <a:t> para criarem uma pequena aplicação em Python </a:t>
            </a:r>
            <a:r>
              <a:rPr lang="pt-BR"/>
              <a:t>para apresentar estas tabelas graficamente em uma página HTML.</a:t>
            </a:r>
          </a:p>
        </p:txBody>
      </p:sp>
    </p:spTree>
    <p:extLst>
      <p:ext uri="{BB962C8B-B14F-4D97-AF65-F5344CB8AC3E}">
        <p14:creationId xmlns:p14="http://schemas.microsoft.com/office/powerpoint/2010/main" val="63882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DCEAD-005F-F9B9-F3EB-BCF3C1C92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5709" y="264483"/>
            <a:ext cx="2766204" cy="520431"/>
          </a:xfrm>
        </p:spPr>
        <p:txBody>
          <a:bodyPr>
            <a:normAutofit fontScale="90000"/>
          </a:bodyPr>
          <a:lstStyle/>
          <a:p>
            <a:r>
              <a:rPr lang="pt-BR" dirty="0"/>
              <a:t>Resultado:</a:t>
            </a:r>
          </a:p>
        </p:txBody>
      </p:sp>
      <p:pic>
        <p:nvPicPr>
          <p:cNvPr id="4" name="Espaço Reservado para Conteúdo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DB46D3B-079E-7767-90E3-FD0981923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846" y="1049248"/>
            <a:ext cx="11258306" cy="537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57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Comparação de Modelos</vt:lpstr>
      <vt:lpstr>Como foi feito:</vt:lpstr>
      <vt:lpstr>Resultado: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55</cp:revision>
  <dcterms:created xsi:type="dcterms:W3CDTF">2025-11-18T18:17:39Z</dcterms:created>
  <dcterms:modified xsi:type="dcterms:W3CDTF">2025-11-18T19:26:39Z</dcterms:modified>
</cp:coreProperties>
</file>